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某住宅项目 · 方案汇报（示例）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设计一所 · 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设计策略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南侧退台，形成连续街道界面</a:t>
            </a:r>
          </a:p>
          <a:p>
            <a:r>
              <a:t>后排楼底层日照复核</a:t>
            </a:r>
          </a:p>
          <a:p>
            <a:r>
              <a:t>地下车库东侧出入</a:t>
            </a:r>
          </a:p>
          <a:p>
            <a:r>
              <a:t>绿地率 ≥ 35%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指标对比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9144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609600">
                <a:tc>
                  <a:txBody>
                    <a:bodyPr/>
                    <a:lstStyle/>
                    <a:p>
                      <a:r>
                        <a:t>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容积率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日照达标率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方案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方案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